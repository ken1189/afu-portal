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FOR FARMERS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19,000+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ACROSS 20 AFRICAN COUNTRIES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2286000" cy="36576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5DB3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1M+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Hectares Under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5DB3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5DB3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$50B+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2648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africanfarmingunion.org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5DB34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ONE-STOP ECOSYSTEM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farmer needs. Everything a partner can plug into.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65960" cy="155448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1965960" cy="4572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508760"/>
            <a:ext cx="411480" cy="4114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527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Loans, banking, asset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crop credit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325880"/>
            <a:ext cx="1965960" cy="155448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325880"/>
            <a:ext cx="1965960" cy="4572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13" name="Shape 11"/>
          <p:cNvSpPr/>
          <p:nvPr/>
        </p:nvSpPr>
        <p:spPr>
          <a:xfrm>
            <a:off x="2697480" y="1508760"/>
            <a:ext cx="411480" cy="4114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0" y="1527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21031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Seeds, fertiliser, equipment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wholesale prices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325880"/>
            <a:ext cx="1965960" cy="155448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325880"/>
            <a:ext cx="1965960" cy="4572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1508760"/>
            <a:ext cx="411480" cy="4114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4960" y="1527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21031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Crop, livestock, weather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index, parametric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49440" y="1325880"/>
            <a:ext cx="1965960" cy="155448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49440" y="1325880"/>
            <a:ext cx="1965960" cy="4572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25" name="Shape 23"/>
          <p:cNvSpPr/>
          <p:nvPr/>
        </p:nvSpPr>
        <p:spPr>
          <a:xfrm>
            <a:off x="7086600" y="1508760"/>
            <a:ext cx="411480" cy="4114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89520" y="1527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86600" y="21031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Agronomy, business,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skills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108960"/>
            <a:ext cx="1965960" cy="155448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108960"/>
            <a:ext cx="1965960" cy="4572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" y="3291840"/>
            <a:ext cx="411480" cy="4114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5840" y="33101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3886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grading,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financing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60320" y="3108960"/>
            <a:ext cx="1965960" cy="155448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0" y="3108960"/>
            <a:ext cx="1965960" cy="4572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37" name="Shape 35"/>
          <p:cNvSpPr/>
          <p:nvPr/>
        </p:nvSpPr>
        <p:spPr>
          <a:xfrm>
            <a:off x="2697480" y="3291840"/>
            <a:ext cx="411480" cy="4114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38" name="Text 36"/>
          <p:cNvSpPr/>
          <p:nvPr/>
        </p:nvSpPr>
        <p:spPr>
          <a:xfrm>
            <a:off x="269748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200400" y="33101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697480" y="3886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buy. Guaranteed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for your crops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108960"/>
            <a:ext cx="1965960" cy="155448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108960"/>
            <a:ext cx="1965960" cy="4572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43" name="Shape 41"/>
          <p:cNvSpPr/>
          <p:nvPr/>
        </p:nvSpPr>
        <p:spPr>
          <a:xfrm>
            <a:off x="4892040" y="3291840"/>
            <a:ext cx="411480" cy="4114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394960" y="33101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92040" y="3886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finance, logistics,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 support, compliance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49440" y="3108960"/>
            <a:ext cx="1965960" cy="155448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949440" y="3108960"/>
            <a:ext cx="1965960" cy="4572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49" name="Shape 47"/>
          <p:cNvSpPr/>
          <p:nvPr/>
        </p:nvSpPr>
        <p:spPr>
          <a:xfrm>
            <a:off x="7086600" y="3291840"/>
            <a:ext cx="411480" cy="4114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50" name="Text 48"/>
          <p:cNvSpPr/>
          <p:nvPr/>
        </p:nvSpPr>
        <p:spPr>
          <a:xfrm>
            <a:off x="70866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589520" y="33101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086600" y="3886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marketplace,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from sustainability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LOOKING FOR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PARTNERS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749040" cy="2926080"/>
          </a:xfrm>
          <a:prstGeom prst="rect">
            <a:avLst/>
          </a:prstGeom>
          <a:solidFill>
            <a:srgbClr val="1B2A4A"/>
          </a:solidFill>
          <a:ln w="12700">
            <a:solidFill>
              <a:srgbClr val="5DB3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749040" cy="45720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642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SUPPLIERS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suppliers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Seeds, fertiliser, agrochemicals, irrigation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providers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Tractors, processing, packaging, solar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partners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AgriTech, fintech, IoT, precision ag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749040" cy="2926080"/>
          </a:xfrm>
          <a:prstGeom prst="rect">
            <a:avLst/>
          </a:prstGeom>
          <a:solidFill>
            <a:srgbClr val="1B2A4A"/>
          </a:solidFill>
          <a:ln w="12700">
            <a:solidFill>
              <a:srgbClr val="5DB3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645920"/>
            <a:ext cx="3749040" cy="45720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642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OFFTAKERS &amp; BUYERS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22402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buyers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Grain, coffee, cotton, tobacco, cashew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markets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EU, Middle East, Asia trade corridors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Processors &amp; retailers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Milling, FMCG, food service, supermarkets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both supplier AND offtaker. We buy from our farmers and sell to the world.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FOR FARMERS.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GROW</a:t>
            </a:r>
            <a:endParaRPr lang="en-US" sz="4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TOGETHER.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19,000+ farmers. 1M+ hectares. 20 countries. One platform.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Watson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peterw@africanfarmingunion.org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0" y="30175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 Kennaird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devonk@africanfarmingunion.org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4434840"/>
            <a:ext cx="7863840" cy="27432"/>
          </a:xfrm>
          <a:prstGeom prst="rect">
            <a:avLst/>
          </a:prstGeom>
          <a:solidFill>
            <a:srgbClr val="5DB347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africanfarmingunion.org</a:t>
            </a:r>
            <a:pPr indent="0" marL="0"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Gaborone, Botswana    |    20 African Countries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AFU - Farmers For Farmers</dc:title>
  <dc:subject>PptxGenJS Presentation</dc:subject>
  <dc:creator>African Farming Union</dc:creator>
  <cp:lastModifiedBy>African Farming Union</cp:lastModifiedBy>
  <cp:revision>1</cp:revision>
  <dcterms:created xsi:type="dcterms:W3CDTF">2026-03-30T14:45:37Z</dcterms:created>
  <dcterms:modified xsi:type="dcterms:W3CDTF">2026-03-30T14:45:37Z</dcterms:modified>
</cp:coreProperties>
</file>