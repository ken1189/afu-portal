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5DB34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5DB347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FARMING UNION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2743200" cy="36576"/>
          </a:xfrm>
          <a:prstGeom prst="rect">
            <a:avLst/>
          </a:prstGeom>
          <a:solidFill>
            <a:srgbClr val="8CB89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connecting Africa's agricultural ecosystem.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247+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$50B+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flywheel from financing to market.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banking for farmers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inputs at wholesale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insurance, agronomy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Value-addition &amp; packaging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291840" y="306324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329184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6908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690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offtake buyers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949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26480" y="3063240"/>
            <a:ext cx="2606040" cy="1417320"/>
          </a:xfrm>
          <a:prstGeom prst="rect">
            <a:avLst/>
          </a:prstGeom>
          <a:solidFill>
            <a:srgbClr val="F8FAF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finance &amp; logistics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8CB8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D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0" y="27432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365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09160" y="731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fertiliser, equipment,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agrochemicals, irrigation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12280" y="27432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365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731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Milling, packaging, cold chain,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value-addition, logistics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Export/import, commodity trading,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warehousing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182880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AgriTech, fintech, IoT,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agriculture, mobile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DFIs, impact investors,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microfinance, insurance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3383280"/>
            <a:ext cx="20116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5D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Government, NGOs, research,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agencies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3474720" cy="36576"/>
          </a:xfrm>
          <a:prstGeom prst="rect">
            <a:avLst/>
          </a:prstGeom>
          <a:solidFill>
            <a:srgbClr val="5DB347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14884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contract, 20 African markets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69748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insured farmer network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24612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 infrastructure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94760"/>
            <a:ext cx="109728" cy="109728"/>
          </a:xfrm>
          <a:prstGeom prst="ellipse">
            <a:avLst/>
          </a:prstGeom>
          <a:solidFill>
            <a:srgbClr val="5DB347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demand via offtake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5DB3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partners who want to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African agriculture at scale.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Watson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peterw@africanfarmingunion.org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Kennaird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D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devonk@africanfarmingunion.org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7863840" cy="27432"/>
          </a:xfrm>
          <a:prstGeom prst="rect">
            <a:avLst/>
          </a:prstGeom>
          <a:solidFill>
            <a:srgbClr val="8CB89C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africanfarmingunion.org</a:t>
            </a:r>
            <a:pPr indent="0" marL="0">
              <a:buNone/>
            </a:pPr>
            <a:r>
              <a:rPr lang="en-US" sz="1100" dirty="0">
                <a:solidFill>
                  <a:srgbClr val="8C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HQ: Gaborone, Botswana    |    20 African Countries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AFU - Partner With Us</dc:title>
  <dc:subject>PptxGenJS Presentation</dc:subject>
  <dc:creator>African Farming Union</dc:creator>
  <cp:lastModifiedBy>African Farming Union</cp:lastModifiedBy>
  <cp:revision>1</cp:revision>
  <dcterms:created xsi:type="dcterms:W3CDTF">2026-03-30T14:33:48Z</dcterms:created>
  <dcterms:modified xsi:type="dcterms:W3CDTF">2026-03-30T14:33:48Z</dcterms:modified>
</cp:coreProperties>
</file>