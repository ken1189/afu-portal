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5DB34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5DB34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73152" cy="18288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</a:t>
            </a:r>
            <a:endParaRPr lang="en-US" sz="4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FARMING UNION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Supplier Opportunities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Countries  |  247+ Members  |  $50B+ Market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5DB3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agricultural value chain — from capital to market, all on one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640080" cy="6400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64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banking, asset finance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600200"/>
            <a:ext cx="640080" cy="6400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1664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seeds, fertiliser, equipment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63240" y="1600200"/>
            <a:ext cx="640080" cy="6400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1664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889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insurance, agronomy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1664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2336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Value-addition &amp; packaging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32120" y="1600200"/>
            <a:ext cx="640080" cy="6400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1664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offtake contracts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1600200"/>
            <a:ext cx="640080" cy="6400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52360" y="16642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finance &amp; logistics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01000" y="1600200"/>
            <a:ext cx="640080" cy="64008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266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2668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flow back into system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3383280"/>
            <a:ext cx="9144000" cy="36576"/>
          </a:xfrm>
          <a:prstGeom prst="rect">
            <a:avLst/>
          </a:prstGeom>
          <a:solidFill>
            <a:srgbClr val="F0F7ED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611880"/>
            <a:ext cx="1920240" cy="82296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611880"/>
            <a:ext cx="1920240" cy="36576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Receipts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storage &amp; trading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6040" y="3611880"/>
            <a:ext cx="1920240" cy="82296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606040" y="3611880"/>
            <a:ext cx="1920240" cy="36576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46" name="Text 44"/>
          <p:cNvSpPr/>
          <p:nvPr/>
        </p:nvSpPr>
        <p:spPr>
          <a:xfrm>
            <a:off x="269748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69748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from sustainability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611880"/>
            <a:ext cx="1920240" cy="82296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611880"/>
            <a:ext cx="1920240" cy="36576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4632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USSD/SMS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3611880"/>
            <a:ext cx="1920240" cy="822960"/>
          </a:xfrm>
          <a:prstGeom prst="rect">
            <a:avLst/>
          </a:prstGeom>
          <a:solidFill>
            <a:srgbClr val="F0F7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03720" y="3611880"/>
            <a:ext cx="1920240" cy="36576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9516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+ traditional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LOOKING FOR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partnerships across the agricultural value chain.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Suppliers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agrochemicals,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equipment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71600"/>
            <a:ext cx="54864" cy="9144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Partners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55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Packaging, milling, cold chain,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value-addition facilities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38404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514600"/>
            <a:ext cx="54864" cy="9144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Partners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898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Export/import, commodity trading,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shipping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514600"/>
            <a:ext cx="38404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514600"/>
            <a:ext cx="54864" cy="9144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Partners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898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AgriTech, fintech, mobile platforms,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precision agriculture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8404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57600"/>
            <a:ext cx="54864" cy="9144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Partners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041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investors, DFIs,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institutions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38404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657600"/>
            <a:ext cx="54864" cy="9144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NGOs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041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alignment, development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grant facilities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5DB34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5DB34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5486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</a:t>
            </a:r>
            <a:endParaRPr lang="en-US" sz="4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partnership. 20 African markets.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247+ members. $50B opportunity.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3017520"/>
            <a:ext cx="5120640" cy="1554480"/>
          </a:xfrm>
          <a:prstGeom prst="rect">
            <a:avLst/>
          </a:prstGeom>
          <a:solidFill>
            <a:srgbClr val="5DB34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0632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Watson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peterw@africanfarmingunion.org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Kennaird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devonk@africanfarmingunion.org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30632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Gaborone, Botswana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African countries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5DB34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AFU - Partnership Opportunities</dc:title>
  <dc:subject>PptxGenJS Presentation</dc:subject>
  <dc:creator>African Farming Union</dc:creator>
  <cp:lastModifiedBy>African Farming Union</cp:lastModifiedBy>
  <cp:revision>1</cp:revision>
  <dcterms:created xsi:type="dcterms:W3CDTF">2026-03-30T14:29:12Z</dcterms:created>
  <dcterms:modified xsi:type="dcterms:W3CDTF">2026-03-30T14:29:12Z</dcterms:modified>
</cp:coreProperties>
</file>