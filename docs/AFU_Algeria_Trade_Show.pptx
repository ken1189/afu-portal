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5DB34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5DB347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73152" cy="16459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AFRICAN</a:t>
            </a:r>
            <a:endParaRPr lang="en-US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FARMING UNION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Supplier Opportunities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Algeria Trade Show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africanfarmingunion.org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5DB34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WE 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African Farming Union is a pan-African agricultural platform that connects farmers, suppliers, investors, and buyers across the continent.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828800" cy="118872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94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2103120"/>
            <a:ext cx="1828800" cy="118872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2194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247+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9748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1828800" cy="118872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194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$50B+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2103120"/>
            <a:ext cx="1828800" cy="118872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2194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1228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Gaborone, Botswana    </a:t>
            </a:r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Co-Founders: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 Kennaird &amp; Peter Watson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AFU FLYWHEEL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self-reinforcing agricultural value chain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73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&amp; financing for farmers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542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procurement at wholesale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136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4107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insurance, agronomy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279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Value-addition &amp; packaging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417320"/>
            <a:ext cx="502920" cy="50292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1673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buyer contracts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502920" cy="50292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Finance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2542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facilitation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154680"/>
            <a:ext cx="502920" cy="50292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3136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Recycle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0" y="34107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flow back 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SERVICES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69164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Loans, banking,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finance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20240" cy="169164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097280"/>
            <a:ext cx="1920240" cy="54864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280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fertiliser,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920240" cy="169164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280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&amp; Livestock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+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1920240" cy="169164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097280"/>
            <a:ext cx="1920240" cy="54864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280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skills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certification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1920240" cy="169164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17520"/>
            <a:ext cx="1920240" cy="54864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886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storage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3017520"/>
            <a:ext cx="1920240" cy="169164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06040" y="3017520"/>
            <a:ext cx="1920240" cy="54864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3886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from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1920240" cy="169164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017520"/>
            <a:ext cx="1920240" cy="54864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886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USSD/SMS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03720" y="3017520"/>
            <a:ext cx="1920240" cy="169164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3017520"/>
            <a:ext cx="1920240" cy="54864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3886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facilitation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LC support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ALGERIA OPPORTUNITY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Algeria is Africa's largest country with significant agricultural potential. We're here to build lasting partnerships.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182880" cy="1828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Suppliers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fertiliser, agrochemicals, irrigation equipment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847088"/>
            <a:ext cx="182880" cy="1828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Partners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Packaging, milling, cold chain, value-addition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182880" cy="1828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Partners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035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Export/import, commodity trading, logistics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852928"/>
            <a:ext cx="182880" cy="1828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Partners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6360" y="3035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AgriTech, fintech, mobile platforms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58768"/>
            <a:ext cx="182880" cy="1828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Partners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041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investors, DFIs, microfinance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858768"/>
            <a:ext cx="182880" cy="1828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NGOs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4041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alignment, development programs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PARTNER WITH AFU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100584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Pan-African Scale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access to 20 African markets through one partnership. One contract, 20 countries.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100584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digital infrastructure: payments, logistics, insurance, trading, and warehouse management.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840480" cy="100584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Network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farmer and supplier is vetted, KYC-verified, and insured. Reduce counterparty risk.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331720"/>
            <a:ext cx="3840480" cy="100584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Offtake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Pre-arranged buyer contracts mean your products have guaranteed demand from day one.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3840480" cy="100584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Technology-First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+ USSD/SMS reaches farmers on any phone. Real-time data, tracking, and payments.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566160"/>
            <a:ext cx="3840480" cy="100584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Returns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8-16% target IRR. Measurable social impact across food security and livelihoods.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5DB347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5DB34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7315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</a:t>
            </a:r>
            <a:endParaRPr lang="en-US" sz="4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TOGETHER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the African Farming Union and access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markets, 247+ members, and a $50B opportunity.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5120640" cy="1371600"/>
          </a:xfrm>
          <a:prstGeom prst="rect">
            <a:avLst/>
          </a:prstGeom>
          <a:solidFill>
            <a:srgbClr val="5DB34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3246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Watson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peterw@africanfarmingunion.org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 Kennaird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devonk@africanfarmingunion.org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3246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africanfarmingunion.org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HQ: Gaborone, Botswana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across 20 African countries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5DB34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AFU - Algeria Partnership Opportunities</dc:title>
  <dc:subject>PptxGenJS Presentation</dc:subject>
  <dc:creator>African Farming Union</dc:creator>
  <cp:lastModifiedBy>African Farming Union</cp:lastModifiedBy>
  <cp:revision>1</cp:revision>
  <dcterms:created xsi:type="dcterms:W3CDTF">2026-03-30T14:23:32Z</dcterms:created>
  <dcterms:modified xsi:type="dcterms:W3CDTF">2026-03-30T14:23:32Z</dcterms:modified>
</cp:coreProperties>
</file>