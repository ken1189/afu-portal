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FARMING UNION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FOR FARMERS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286000" cy="36576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19,000+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1M+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Hectares Under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$50B+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4944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africanfarmingunion.org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5DB34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ONE-STOP ECOSYSTEM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farmer needs. Everything a partner can plug into.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50876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527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Loans, banking, asset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crop credit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32588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32588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7480" y="150876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1527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2103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fertiliser, equipment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wholesale prices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32588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50876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1527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103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livestock, weather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index, parametric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132588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0" y="132588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6600" y="150876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89520" y="1527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86600" y="2103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Agronomy, business,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skills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10896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10896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329184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5840" y="33101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3886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grading,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financing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0" y="310896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0" y="310896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7" name="Shape 35"/>
          <p:cNvSpPr/>
          <p:nvPr/>
        </p:nvSpPr>
        <p:spPr>
          <a:xfrm>
            <a:off x="2697480" y="329184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38" name="Text 36"/>
          <p:cNvSpPr/>
          <p:nvPr/>
        </p:nvSpPr>
        <p:spPr>
          <a:xfrm>
            <a:off x="26974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200400" y="33101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697480" y="3886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buy. Guaranteed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for your crops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10896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10896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43" name="Shape 41"/>
          <p:cNvSpPr/>
          <p:nvPr/>
        </p:nvSpPr>
        <p:spPr>
          <a:xfrm>
            <a:off x="4892040" y="329184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94960" y="33101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92040" y="3886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finance, logistics,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support, compliance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49440" y="310896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949440" y="310896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49" name="Shape 47"/>
          <p:cNvSpPr/>
          <p:nvPr/>
        </p:nvSpPr>
        <p:spPr>
          <a:xfrm>
            <a:off x="7086600" y="329184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50" name="Text 48"/>
          <p:cNvSpPr/>
          <p:nvPr/>
        </p:nvSpPr>
        <p:spPr>
          <a:xfrm>
            <a:off x="70866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589520" y="33101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86600" y="3886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marketplace,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from sustainability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PARTNERS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74904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5DB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749040" cy="4572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642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SUPPLIERS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suppliers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fertiliser, agrochemicals, irrigation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providers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Tractors, processing, packaging, solar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partners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AgriTech, fintech, IoT, precision ag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74904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5DB3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645920"/>
            <a:ext cx="3749040" cy="4572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642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OFFTAKERS &amp; BUYERS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2402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buyers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Grain, coffee, cotton, tobacco, cashew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markets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EU, Middle East, Asia trade corridors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 &amp; retailers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Milling, FMCG, food service, supermarkets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both supplier AND offtaker. We buy from our farmers and sell to the world.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FOR FARMERS.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GROW</a:t>
            </a:r>
            <a:endParaRPr lang="en-US" sz="4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TOGETHER.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19,000+ farmers. 1M+ hectares. 20 countries. One platform.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Watson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peterw@africanfarmingunion.org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30175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 Kennaird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devonk@africanfarmingunion.org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4434840"/>
            <a:ext cx="7863840" cy="27432"/>
          </a:xfrm>
          <a:prstGeom prst="rect">
            <a:avLst/>
          </a:prstGeom>
          <a:solidFill>
            <a:srgbClr val="5DB347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africanfarmingunion.org</a:t>
            </a:r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Gaborone, Botswana    |    20 African Countries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AFU - Farmers For Farmers</dc:title>
  <dc:subject>PptxGenJS Presentation</dc:subject>
  <dc:creator>African Farming Union</dc:creator>
  <cp:lastModifiedBy>African Farming Union</cp:lastModifiedBy>
  <cp:revision>1</cp:revision>
  <dcterms:created xsi:type="dcterms:W3CDTF">2026-03-30T14:50:29Z</dcterms:created>
  <dcterms:modified xsi:type="dcterms:W3CDTF">2026-03-30T14:50:29Z</dcterms:modified>
</cp:coreProperties>
</file>